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6A77-3FEF-4FBB-8338-CC1C2ABA40EE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1188FA7-3386-4378-9B9E-B057EA555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142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6A77-3FEF-4FBB-8338-CC1C2ABA40EE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88FA7-3386-4378-9B9E-B057EA555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455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6A77-3FEF-4FBB-8338-CC1C2ABA40EE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1188FA7-3386-4378-9B9E-B057EA555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392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6A77-3FEF-4FBB-8338-CC1C2ABA40EE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1188FA7-3386-4378-9B9E-B057EA555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677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6A77-3FEF-4FBB-8338-CC1C2ABA40EE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1188FA7-3386-4378-9B9E-B057EA555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176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6A77-3FEF-4FBB-8338-CC1C2ABA40EE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88FA7-3386-4378-9B9E-B057EA555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183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6A77-3FEF-4FBB-8338-CC1C2ABA40EE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88FA7-3386-4378-9B9E-B057EA555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574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6A77-3FEF-4FBB-8338-CC1C2ABA40EE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88FA7-3386-4378-9B9E-B057EA555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660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6A77-3FEF-4FBB-8338-CC1C2ABA40EE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1188FA7-3386-4378-9B9E-B057EA555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331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6A77-3FEF-4FBB-8338-CC1C2ABA40EE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1188FA7-3386-4378-9B9E-B057EA555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199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6A77-3FEF-4FBB-8338-CC1C2ABA40EE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1188FA7-3386-4378-9B9E-B057EA555093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64119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6A77-3FEF-4FBB-8338-CC1C2ABA40EE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1188FA7-3386-4378-9B9E-B057EA555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6035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6A77-3FEF-4FBB-8338-CC1C2ABA40EE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1188FA7-3386-4378-9B9E-B057EA555093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38629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6A77-3FEF-4FBB-8338-CC1C2ABA40EE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1188FA7-3386-4378-9B9E-B057EA555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7164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6A77-3FEF-4FBB-8338-CC1C2ABA40EE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88FA7-3386-4378-9B9E-B057EA555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467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6A77-3FEF-4FBB-8338-CC1C2ABA40EE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88FA7-3386-4378-9B9E-B057EA555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736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76A77-3FEF-4FBB-8338-CC1C2ABA40EE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1188FA7-3386-4378-9B9E-B057EA555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283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4F922-3A7C-2F78-8E28-E2E1CC0EC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236" y="624110"/>
            <a:ext cx="7431376" cy="764115"/>
          </a:xfrm>
        </p:spPr>
        <p:txBody>
          <a:bodyPr/>
          <a:lstStyle/>
          <a:p>
            <a:r>
              <a:rPr lang="en-IN" b="1" dirty="0"/>
              <a:t>DASHBOARD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3A1ED-EE33-5C4A-E279-010509B79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5075" y="4763193"/>
            <a:ext cx="4281055" cy="955964"/>
          </a:xfrm>
        </p:spPr>
        <p:txBody>
          <a:bodyPr/>
          <a:lstStyle/>
          <a:p>
            <a:r>
              <a:rPr lang="en-IN" dirty="0"/>
              <a:t>Submitted by RUPINENI PUJITHA</a:t>
            </a:r>
          </a:p>
          <a:p>
            <a:r>
              <a:rPr lang="en-IN" dirty="0" err="1"/>
              <a:t>Intenship</a:t>
            </a:r>
            <a:r>
              <a:rPr lang="en-IN" dirty="0"/>
              <a:t> : Data analyst</a:t>
            </a:r>
          </a:p>
        </p:txBody>
      </p:sp>
    </p:spTree>
    <p:extLst>
      <p:ext uri="{BB962C8B-B14F-4D97-AF65-F5344CB8AC3E}">
        <p14:creationId xmlns:p14="http://schemas.microsoft.com/office/powerpoint/2010/main" val="3226523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397C3-A645-4593-FA5B-9506D7F1C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3113" y="624110"/>
            <a:ext cx="7381499" cy="689301"/>
          </a:xfrm>
        </p:spPr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6AD74-8550-3A73-913A-3B2A2BB8A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4313" y="1695797"/>
            <a:ext cx="9210299" cy="421542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Enable business stakeholders to monitor key performance indicators (KPIs) and make data-driven decisions through an interactive dashboard.</a:t>
            </a:r>
          </a:p>
          <a:p>
            <a:r>
              <a:rPr lang="en-US" b="1" dirty="0"/>
              <a:t>Key Objectives</a:t>
            </a:r>
          </a:p>
          <a:p>
            <a:r>
              <a:rPr lang="en-US" dirty="0"/>
              <a:t>Track business performance in real time </a:t>
            </a:r>
          </a:p>
          <a:p>
            <a:r>
              <a:rPr lang="en-US" dirty="0"/>
              <a:t>Monitor sales and revenue trends </a:t>
            </a:r>
          </a:p>
          <a:p>
            <a:r>
              <a:rPr lang="en-US" dirty="0"/>
              <a:t>Analyze customer </a:t>
            </a:r>
            <a:r>
              <a:rPr lang="en-US" dirty="0" err="1"/>
              <a:t>behaviour</a:t>
            </a:r>
            <a:r>
              <a:rPr lang="en-US" dirty="0"/>
              <a:t> </a:t>
            </a:r>
          </a:p>
          <a:p>
            <a:r>
              <a:rPr lang="en-US" dirty="0"/>
              <a:t>Improve operational efficiency </a:t>
            </a:r>
          </a:p>
          <a:p>
            <a:r>
              <a:rPr lang="en-US" dirty="0"/>
              <a:t>Support strategic decision-making </a:t>
            </a:r>
          </a:p>
          <a:p>
            <a:r>
              <a:rPr lang="en-US" b="1" dirty="0"/>
              <a:t>Visuals</a:t>
            </a:r>
            <a:endParaRPr lang="en-US" dirty="0"/>
          </a:p>
          <a:p>
            <a:r>
              <a:rPr lang="en-US" dirty="0"/>
              <a:t>KPI Cards </a:t>
            </a:r>
          </a:p>
          <a:p>
            <a:r>
              <a:rPr lang="en-US" dirty="0"/>
              <a:t>Business Growth Chart </a:t>
            </a:r>
          </a:p>
          <a:p>
            <a:r>
              <a:rPr lang="en-US" dirty="0"/>
              <a:t>Analytics Icons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649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67A26-B02B-8393-4A0B-EFC0625DB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7739795" cy="1154814"/>
          </a:xfrm>
        </p:spPr>
        <p:txBody>
          <a:bodyPr/>
          <a:lstStyle/>
          <a:p>
            <a:r>
              <a:rPr lang="en-IN" dirty="0"/>
              <a:t>DASHBOARD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5ABB3-8D7C-A9C0-93AB-4F19E7B92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9825" y="1878677"/>
            <a:ext cx="9343303" cy="379978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Key Features</a:t>
            </a:r>
          </a:p>
          <a:p>
            <a:r>
              <a:rPr lang="en-US" b="1" dirty="0"/>
              <a:t>KPI Cards</a:t>
            </a:r>
          </a:p>
          <a:p>
            <a:r>
              <a:rPr lang="en-US" dirty="0"/>
              <a:t>Total Sales </a:t>
            </a:r>
          </a:p>
          <a:p>
            <a:r>
              <a:rPr lang="en-US" dirty="0"/>
              <a:t>Revenue </a:t>
            </a:r>
          </a:p>
          <a:p>
            <a:r>
              <a:rPr lang="en-US" dirty="0"/>
              <a:t>Profit </a:t>
            </a:r>
          </a:p>
          <a:p>
            <a:r>
              <a:rPr lang="en-US" dirty="0"/>
              <a:t>Customer Count </a:t>
            </a:r>
          </a:p>
          <a:p>
            <a:r>
              <a:rPr lang="en-US" b="1" dirty="0"/>
              <a:t>Interactive Visualizations</a:t>
            </a:r>
          </a:p>
          <a:p>
            <a:r>
              <a:rPr lang="en-US" dirty="0"/>
              <a:t>Sales Trend (Line Chart) </a:t>
            </a:r>
          </a:p>
          <a:p>
            <a:r>
              <a:rPr lang="en-US" dirty="0"/>
              <a:t>Regional Sales (Map) </a:t>
            </a:r>
          </a:p>
          <a:p>
            <a:r>
              <a:rPr lang="en-US" dirty="0"/>
              <a:t>Product Performance (Bar Chart) </a:t>
            </a:r>
          </a:p>
          <a:p>
            <a:r>
              <a:rPr lang="en-US" dirty="0"/>
              <a:t>Profit by Category (Pie/Donut Chart)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4563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37996-BC89-9AB8-4E36-CE2DDBA83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357" y="133005"/>
            <a:ext cx="1986741" cy="813774"/>
          </a:xfrm>
        </p:spPr>
        <p:txBody>
          <a:bodyPr>
            <a:normAutofit fontScale="90000"/>
          </a:bodyPr>
          <a:lstStyle/>
          <a:p>
            <a:r>
              <a:rPr lang="en-IN" sz="2400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8D6B1-F55F-84C3-4DC0-C8D55B840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4357" y="648393"/>
            <a:ext cx="10274530" cy="6076602"/>
          </a:xfrm>
        </p:spPr>
        <p:txBody>
          <a:bodyPr/>
          <a:lstStyle/>
          <a:p>
            <a:r>
              <a:rPr lang="en-US" dirty="0"/>
              <a:t>Interactive dashboards provide a single, real-time view of business performance. </a:t>
            </a:r>
          </a:p>
          <a:p>
            <a:r>
              <a:rPr lang="en-US" dirty="0"/>
              <a:t>KPI cards enable stakeholders to monitor critical metrics such as sales, revenue, profit, and customer growth at a glance. </a:t>
            </a:r>
          </a:p>
          <a:p>
            <a:r>
              <a:rPr lang="en-US" dirty="0"/>
              <a:t>Drill-down capabilities help identify trends, regional performance, and product-level insights. </a:t>
            </a:r>
          </a:p>
          <a:p>
            <a:r>
              <a:rPr lang="en-US" dirty="0"/>
              <a:t>Filters and slicers allow users to </a:t>
            </a:r>
            <a:r>
              <a:rPr lang="en-US" dirty="0" err="1"/>
              <a:t>analyse</a:t>
            </a:r>
            <a:r>
              <a:rPr lang="en-US" dirty="0"/>
              <a:t> data dynamically without creating multiple reports. </a:t>
            </a:r>
          </a:p>
          <a:p>
            <a:r>
              <a:rPr lang="en-US" dirty="0"/>
              <a:t>Automated data refresh reduces manual reporting effort and improves data accuracy. </a:t>
            </a:r>
          </a:p>
          <a:p>
            <a:r>
              <a:rPr lang="en-US" dirty="0"/>
              <a:t>Power BI supports faster, data-driven decision-making through intuitive </a:t>
            </a:r>
            <a:r>
              <a:rPr lang="en-US" dirty="0" err="1"/>
              <a:t>visualisations</a:t>
            </a:r>
            <a:r>
              <a:rPr lang="en-US" dirty="0"/>
              <a:t> and analytics. </a:t>
            </a:r>
          </a:p>
          <a:p>
            <a:r>
              <a:rPr lang="en-US" b="1" dirty="0"/>
              <a:t>Conclusion</a:t>
            </a:r>
          </a:p>
          <a:p>
            <a:r>
              <a:rPr lang="en-US" dirty="0"/>
              <a:t>An interactive Power BI dashboard empowers business stakeholders with timely, accurate, and actionable insights. By consolidating data from multiple sources into a single, user-friendly interface, </a:t>
            </a:r>
            <a:r>
              <a:rPr lang="en-US" dirty="0" err="1"/>
              <a:t>organisations</a:t>
            </a:r>
            <a:r>
              <a:rPr lang="en-US" dirty="0"/>
              <a:t> can improve operational efficiency, monitor key performance indicators in real time, and make informed strategic decisions. Implementing such dashboards enhances collaboration, increases productivity, and supports continuous business growth through data-driven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585953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</TotalTime>
  <Words>259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Wisp</vt:lpstr>
      <vt:lpstr>DASHBOARD DESIGN</vt:lpstr>
      <vt:lpstr>OBJECTIVE</vt:lpstr>
      <vt:lpstr>DASHBOARD COMPONENTS</vt:lpstr>
      <vt:lpstr>KEY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Pujitha Rupineni</dc:creator>
  <cp:lastModifiedBy>Pujitha Rupineni</cp:lastModifiedBy>
  <cp:revision>1</cp:revision>
  <dcterms:created xsi:type="dcterms:W3CDTF">2026-07-29T15:47:32Z</dcterms:created>
  <dcterms:modified xsi:type="dcterms:W3CDTF">2026-07-29T16:14:09Z</dcterms:modified>
</cp:coreProperties>
</file>